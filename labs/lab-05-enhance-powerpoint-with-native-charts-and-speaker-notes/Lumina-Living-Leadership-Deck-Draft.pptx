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61B26"/>
                </a:solidFill>
                <a:latin typeface="Arial"/>
              </a:rPr>
              <a:t>Sustainable Workspace — Leadership Deck (DRAFT)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9319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B6372"/>
                </a:solidFill>
                <a:latin typeface="Arial"/>
              </a:rPr>
              <a:t>Lumina Living Pte Ltd  ·  Sustainable Workspace campaign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The office furniture market is changing.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Sustainability is now a buying factor.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We have a range that fits this demand.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1B26"/>
                </a:solidFill>
                <a:latin typeface="Arial"/>
              </a:rPr>
              <a:t>Performance to 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Revenue is growing month on month.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Some regions are ahead of others.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Chart to be replaced with a native chart from the workbook.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1B26"/>
                </a:solidFill>
                <a:latin typeface="Arial"/>
              </a:rPr>
              <a:t>Channel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Web is the largest channel.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Retail and Partner contribute less.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Chart to be replaced with a native chart from the workbook.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1B26"/>
                </a:solidFill>
                <a:latin typeface="Arial"/>
              </a:rPr>
              <a:t>Performance against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Some segments are behind target.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Chart to be replaced with a native chart from the workbook.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1B26"/>
                </a:solidFill>
                <a:latin typeface="Arial"/>
              </a:rPr>
              <a:t>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Supplier lead time on Acoustic Pods.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Retail staff training not scheduled.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Partner reporting lag.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1B26"/>
                </a:solidFill>
                <a:latin typeface="Arial"/>
              </a:rPr>
              <a:t>Decision requested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Approve the campaign budget.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•  Confirm the launch date.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