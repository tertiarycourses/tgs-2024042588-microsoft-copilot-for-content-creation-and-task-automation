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61B26"/>
                </a:solidFill>
                <a:latin typeface="Arial"/>
              </a:rPr>
              <a:t>Sustainable Workspace — Leadership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931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B6372"/>
                </a:solidFill>
                <a:latin typeface="Arial"/>
              </a:rPr>
              <a:t>Lumina Living Pte Ltd  ·  Sustainable Workspace campaign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B26"/>
                </a:solidFill>
                <a:latin typeface="Arial"/>
              </a:rPr>
              <a:t>Replace this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This deck is intentionally close to empty.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Use Copilot to build the eight-slide story from the approved brief and the workbook.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Keep the Lumina Living theme, the 16:9 layout and the footer.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